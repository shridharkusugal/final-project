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NK Automobiles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Comprehensive E-Commerce Platform for Bike Spare Parts</a:t>
            </a:r>
          </a:p>
          <a:p>
            <a:r>
              <a:t>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NK Automobiles is a dedicated e-commerce web application designed to simplify the process of purchasing genuine two-wheeler spare parts online.</a:t>
            </a:r>
          </a:p>
          <a:p/>
          <a:p>
            <a:r>
              <a:t>It bridges the gap between bike owners and authentic spare part suppliers, providing a seamless shopping experience with secure payment options and reliable delivery tracking.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Current Challenges in the Market:</a:t>
            </a:r>
          </a:p>
          <a:p>
            <a:r>
              <a:t>- Difficulty in finding genuine spare parts for specific bike models.</a:t>
            </a:r>
          </a:p>
          <a:p>
            <a:r>
              <a:t>- Uncertainty about product quality and authenticity.</a:t>
            </a:r>
          </a:p>
          <a:p>
            <a:r>
              <a:t>- Lack of transparent pricing and inventory information.</a:t>
            </a:r>
          </a:p>
          <a:p>
            <a:r>
              <a:t>- Inconvenient offline purchasing process requiring physical store visits.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Solution: Key User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Extensive Product Catalog: Categorized by brand and part type.</a:t>
            </a:r>
          </a:p>
          <a:p>
            <a:r>
              <a:t>- Smart Search &amp; Filters: Easily find parts by bike model or price range.</a:t>
            </a:r>
          </a:p>
          <a:p>
            <a:r>
              <a:t>- Secure Authentication: User registration, login, and profile management.</a:t>
            </a:r>
          </a:p>
          <a:p>
            <a:r>
              <a:t>- Interactive Shopping: Wishlist, Shopping Cart, and Product Reviews.</a:t>
            </a:r>
          </a:p>
          <a:p>
            <a:r>
              <a:t>- Multiple Payment Options: Cash on Delivery (COD) and UPI QR Code payments.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Solution: Admin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Product Management: Add, edit, delete products, and manage stock levels.</a:t>
            </a:r>
          </a:p>
          <a:p>
            <a:r>
              <a:t>- Order Management: View order details, update status (Pending, Shipped, Delivered).</a:t>
            </a:r>
          </a:p>
          <a:p>
            <a:r>
              <a:t>- User Management: View registered users and their activity.</a:t>
            </a:r>
          </a:p>
          <a:p>
            <a:r>
              <a:t>- Coupon Management: Create and manage discount codes.</a:t>
            </a:r>
          </a:p>
          <a:p>
            <a:r>
              <a:t>- Analytics: Dashboard overview of total sales, orders, and user growth.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Frontend:</a:t>
            </a:r>
          </a:p>
          <a:p>
            <a:r>
              <a:t>- HTML5, CSS3, Bootstrap 5 (Responsive Design)</a:t>
            </a:r>
          </a:p>
          <a:p>
            <a:r>
              <a:t>- JavaScript (Interactive elements)</a:t>
            </a:r>
          </a:p>
          <a:p/>
          <a:p>
            <a:r>
              <a:t>Backend:</a:t>
            </a:r>
          </a:p>
          <a:p>
            <a:r>
              <a:t>- Python (Core Logic)</a:t>
            </a:r>
          </a:p>
          <a:p>
            <a:r>
              <a:t>- Flask (Web Framework)</a:t>
            </a:r>
          </a:p>
          <a:p/>
          <a:p>
            <a:r>
              <a:t>Database:</a:t>
            </a:r>
          </a:p>
          <a:p>
            <a:r>
              <a:t>- MySQL (Data Storage &amp; Management)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Secure Payment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Hybrid Payment System:</a:t>
            </a:r>
          </a:p>
          <a:p>
            <a:r>
              <a:t>1. UPI QR Code Integration:</a:t>
            </a:r>
          </a:p>
          <a:p>
            <a:r>
              <a:t>   - Users scan a dynamic QR code generated for the order amount.</a:t>
            </a:r>
          </a:p>
          <a:p>
            <a:r>
              <a:t>   - Mandatory Transaction ID verification to prevent fraud.</a:t>
            </a:r>
          </a:p>
          <a:p>
            <a:r>
              <a:t>   - Duplicate transaction check to ensure unique payments.</a:t>
            </a:r>
          </a:p>
          <a:p/>
          <a:p>
            <a:r>
              <a:t>2. Cash on Delivery (COD):</a:t>
            </a:r>
          </a:p>
          <a:p>
            <a:r>
              <a:t>   - Traditional option for user convenience.</a:t>
            </a:r>
          </a:p>
          <a:p>
            <a:r>
              <a:t>   - Verified via OTP/Phone confirmation (process feature).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 Schema (ER Relationships)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Users Entity:</a:t>
            </a:r>
          </a:p>
          <a:p>
            <a:r>
              <a:t>   - One-to-Many relationship with Orders and Reviews.</a:t>
            </a:r>
          </a:p>
          <a:p>
            <a:r>
              <a:t>   - One-to-One relationship with Cart.</a:t>
            </a:r>
          </a:p>
          <a:p/>
          <a:p>
            <a:r>
              <a:t>2. Products Entity:</a:t>
            </a:r>
          </a:p>
          <a:p>
            <a:r>
              <a:t>   - Belongs to one Category.</a:t>
            </a:r>
          </a:p>
          <a:p>
            <a:r>
              <a:t>   - Has many Reviews and Order Items.</a:t>
            </a:r>
          </a:p>
          <a:p/>
          <a:p>
            <a:r>
              <a:t>3. Orders Entity:</a:t>
            </a:r>
          </a:p>
          <a:p>
            <a:r>
              <a:t>   - Linked to one User.</a:t>
            </a:r>
          </a:p>
          <a:p>
            <a:r>
              <a:t>   - Contains multiple Order Items (Many-to-Many via Order_Items table).</a:t>
            </a:r>
          </a:p>
          <a:p/>
          <a:p>
            <a:r>
              <a:t>4. Core Tables: Users, Products, Categories, Orders, Cart, Reviews.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User Workflow (Flowchart)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Start: User visits Home Page.</a:t>
            </a:r>
          </a:p>
          <a:p>
            <a:r>
              <a:t>2. Browse: User searches for products or filters by category.</a:t>
            </a:r>
          </a:p>
          <a:p>
            <a:r>
              <a:t>3. Select: User views Product Details and clicks 'Add to Cart'.</a:t>
            </a:r>
          </a:p>
          <a:p>
            <a:r>
              <a:t>4. Authenticate: User Logs in or Registers (if not active).</a:t>
            </a:r>
          </a:p>
          <a:p>
            <a:r>
              <a:t>5. Checkout: User enters shipping address and chooses payment.</a:t>
            </a:r>
          </a:p>
          <a:p>
            <a:r>
              <a:t>6. Payment: </a:t>
            </a:r>
          </a:p>
          <a:p>
            <a:r>
              <a:t>   - If UPI: Scan QR -&gt; Pay -&gt; Enter Transaction ID.</a:t>
            </a:r>
          </a:p>
          <a:p>
            <a:r>
              <a:t>   - If COD: Confirm Order directly.</a:t>
            </a:r>
          </a:p>
          <a:p>
            <a:r>
              <a:t>7. End: Order Confirmed -&gt; Email Sent -&gt; Order Tracking.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Automated Payment Gateway Integration (Razorpay/Stripe).</a:t>
            </a:r>
          </a:p>
          <a:p>
            <a:r>
              <a:t>- AI-Powered Recommendation System for related parts.</a:t>
            </a:r>
          </a:p>
          <a:p>
            <a:r>
              <a:t>- Mobile Application for Android/iOS.</a:t>
            </a:r>
          </a:p>
          <a:p>
            <a:r>
              <a:t>- Live Chat Support integration.</a:t>
            </a:r>
          </a:p>
          <a:p>
            <a:r>
              <a:t>- Multi-language support for broader accessibility.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NK Automobiles successfully addresses the market need for a reliable online spare parts store. By combining a user-friendly interface with robust backend management, it ensures efficient operations and customer satisfaction.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Questions &amp; Answers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